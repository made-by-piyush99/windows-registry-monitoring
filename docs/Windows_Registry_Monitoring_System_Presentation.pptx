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0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463040"/>
            <a:ext cx="85340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0F0FF"/>
                </a:solidFill>
                <a:latin typeface="Segoe UI"/>
              </a:defRPr>
            </a:pPr>
            <a:r>
              <a:t>🛡️  ENDPOINT DEFENSE &amp; INTEGRITY AUDITING</a:t>
            </a:r>
          </a:p>
          <a:p>
            <a:pPr>
              <a:spcAft>
                <a:spcPts val="800"/>
              </a:spcAft>
              <a:defRPr sz="3200" b="1">
                <a:solidFill>
                  <a:srgbClr val="F8FAFC"/>
                </a:solidFill>
                <a:latin typeface="Segoe UI"/>
              </a:defRPr>
            </a:pPr>
            <a:r>
              <a:t>Windows Registry Change</a:t>
            </a:r>
            <a:br/>
            <a:r>
              <a:t>Monitoring System</a:t>
            </a:r>
          </a:p>
          <a:p>
            <a:pPr>
              <a:spcAft>
                <a:spcPts val="20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Enterprise Defensive Edition (v2.4.0) — Sub-Second Auditing &amp; Active Threat Remediation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Architect &amp; Developer: Piyush (@Made-by-Piyush99)</a:t>
            </a:r>
            <a:br/>
            <a:r>
              <a:t>• Platform: Windows 10 / 11 / Server (Dual 64-bit &amp; WOW64 Bitness)</a:t>
            </a:r>
            <a:br/>
            <a:r>
              <a:t>• Stack: Python 3.14 • Win32 API • DPAPI Encryption • SQLite3 WAL • Tkinter SOC 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Segoe UI"/>
              </a:defRPr>
            </a:pPr>
            <a:r>
              <a:t>THREAT LANDSCAPE &amp; ATTACK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The Core Problem: Malware Persistence via Registry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29184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292608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F4444"/>
                </a:solidFill>
                <a:latin typeface="Segoe UI"/>
              </a:defRPr>
            </a:pPr>
            <a:r>
              <a:t>High-Value Target Vectors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Over 90% of modern Windows malware exploits the Registry for persistence.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Allows payloads to survive reboots without requiring user interaction.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Ransomware tampers with safe-boot and backup policies.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Attackers hijack system configurations to disable antivirus real-time shields.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32918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10512"/>
            <a:ext cx="292608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MITRE ATT&amp;CK Mappings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T1547.001: HKCU/HKLM Run &amp; RunOnce autostart keys.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T1547.004: Winlogon Userinit &amp; Shell executable replacement.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T1546.012: Image File Execution Options (IFEO) debugger backdoors.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T1562.001: Tampering Defender policies to blind endpoint security.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645920"/>
            <a:ext cx="3383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810512"/>
            <a:ext cx="301752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Defensive Solution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Continuous sub-second differential scanning (1s - 60s).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Dual-bitness reflection (64-bit and 32-bit WOW6432Node).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Static PE file hashing &amp; unquoted path checks.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Instant one-click active threat remediation.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Segoe UI"/>
              </a:defRPr>
            </a:pPr>
            <a:r>
              <a:t>ENGINEERING DESIGN &amp;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Multi-Threaded System Architecture &amp; Data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468880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210312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F0FF"/>
                </a:solidFill>
                <a:latin typeface="Segoe UI"/>
              </a:defRPr>
            </a:pPr>
            <a:r>
              <a:t>1. Sensitive Hives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Define high-risk target hives in config.json.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Run, RunOnce, Winlogon, Policies, IFEO.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Dual 64-bit and WOW64 view enumeration.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645920"/>
            <a:ext cx="24688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810512"/>
            <a:ext cx="210312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2. Integrity Baseline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Snapshot capture with SHA-256 verification.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Store in JSON &amp; encrypted SQLite vault.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Reference point for zero-false-positive diffs.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24688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10512"/>
            <a:ext cx="210312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3. Detection Engine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Background daemon scans every 1s-60s.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O(N) state differential calculation.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Identifies ADDED, DELETED, and MODIFIED keys.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0" y="1645920"/>
            <a:ext cx="2468880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810512"/>
            <a:ext cx="210312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A855F7"/>
                </a:solidFill>
                <a:latin typeface="Segoe UI"/>
              </a:defRPr>
            </a:pPr>
            <a:r>
              <a:t>4. Action &amp; Forensics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Cascading non-blocking desktop popups.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One-click atomic value deletion.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Pillow infographics and CSV/JSON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Segoe UI"/>
              </a:defRPr>
            </a:pPr>
            <a:r>
              <a:t>PRIMARY REAL-TIME SOC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Operations &amp; Control Center Dashboard (v2.4.0)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114800" cy="45720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4114800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374904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F0FF"/>
                </a:solidFill>
                <a:latin typeface="Segoe UI"/>
              </a:defRPr>
            </a:pPr>
            <a:r>
              <a:t>Core Dashboard Capabilities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Segmented 3-Ribbon Toolbar: Primary surveillance, threat defense actions, and live telemetry search.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Zero Clipping: Guaranteed 100% button visibility across all screen resolutions.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5 KPI Scorecards: Real-time system status, change counter, suspicious findings, and baseline health.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Glowing Stealth Trigger: 'Run in Background' button with dedicated teal styling.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Live Telemetry Grid: Color-coded rows with instant right-click context actions.</a:t>
            </a:r>
          </a:p>
        </p:txBody>
      </p:sp>
      <p:pic>
        <p:nvPicPr>
          <p:cNvPr id="9" name="Picture 8" descr="fir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45920"/>
            <a:ext cx="63093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Segoe UI"/>
              </a:defRPr>
            </a:pPr>
            <a:r>
              <a:t>INCIDENT RESPONSE &amp; PERSISTENCE SANITIZATION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Active Threat Remediation Engine: Neutralizing Malware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475488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F4444"/>
                </a:solidFill>
                <a:latin typeface="Segoe UI"/>
              </a:defRPr>
            </a:pPr>
            <a:r>
              <a:t>Atomic Value Deletion Engine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One-Click Threat Remediation: Instantly delete rogue autorun entries and disabled Defender keys directly from the live event log.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Win32 advapi32.dll &amp; winreg: Performs atomic deletion on the live Windows Registry without requiring host reboot.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Auto-Clean Threats: Automated batch detection and bulk sanitization of all active un-remediated high-risk events.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Visual Status Feedback: Neutralized rows receive an instant green [REMEDIATED] badge; live threat counter auto-decrements.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10512"/>
            <a:ext cx="484632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Hardware-Encrypted Audit Trail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Windows DPAPI Vault: SQLite database encrypted using machine TPM and user SID credentials via crypt32.dll.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Zero Plaintext Secrets: Configuration tokens and remediation audit logs are protected against offline theft.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remediations Table: Stores UTC timestamp, actor, full registry path, value name, and deleted payload data for compliance.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VACUUM &amp; Optimization: Built-in database maintenance and integrity verification tools.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Segoe UI"/>
              </a:defRPr>
            </a:pPr>
            <a:r>
              <a:t>CONTINUOUS BACKGROUND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Stealth Background Monitoring &amp; Fast Polling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igh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120640" cy="2926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754880"/>
            <a:ext cx="5120640" cy="16459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4754880"/>
            <a:ext cx="5120640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919472"/>
            <a:ext cx="475488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F0FF"/>
                </a:solidFill>
                <a:latin typeface="Segoe UI"/>
              </a:defRPr>
            </a:pPr>
            <a:r>
              <a:t>Movable Desktop Gadget Widget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Frameless topmost floating widget displaying real-time status pill and live change counter badge.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Click or double-click to restore the main application; drag anywhere on the screen.</a:t>
            </a:r>
          </a:p>
        </p:txBody>
      </p:sp>
      <p:pic>
        <p:nvPicPr>
          <p:cNvPr id="10" name="Picture 9" descr="four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3291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17920" y="5120640"/>
            <a:ext cx="5212080" cy="128016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5120640"/>
            <a:ext cx="52120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5285232"/>
            <a:ext cx="484632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Dynamic Timing Controller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6 selectable timing cards (1s to 60s) with direct 'Save &amp; Apply Timing Now' button.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Segoe UI"/>
              </a:defRPr>
            </a:pPr>
            <a:r>
              <a:t>TESTING BENCHMARKS &amp; CRYPTOGRAPHIC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Quality Assurance &amp; Production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475488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Automated Test Suite (100% Passed)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65 Total Unit Tests passing in 4.45s with zero regressions.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test_change_detector.py: 47 unit tests verifying state diffing, false-positive suppression, and static PE hashing.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test_settings_and_db.py: 18 unit tests validating DPAPI ciphers, timing engine, and atomic threat remediation.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Rigorous edge-case coverage: Access Denied permissions, type mutations, and thread-safe queue consumption.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212080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10512"/>
            <a:ext cx="484632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A855F7"/>
                </a:solidFill>
                <a:latin typeface="Segoe UI"/>
              </a:defRPr>
            </a:pPr>
            <a:r>
              <a:t>Production Binaries &amp; SHA-256 Hashes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Standalone Portable Executable (.exe):</a:t>
            </a:r>
            <a:br/>
            <a:r>
              <a:t>WindowsRegistryMonitor.exe (80.22 MB)</a:t>
            </a:r>
            <a:br/>
            <a:r>
              <a:t>SHA-256: 8BEE859BA0DA4527E1FEE42F4B946A21A102FB170BBFFA2724F5BDC56BD649FC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Setup Wizard Installer (.exe):</a:t>
            </a:r>
            <a:br/>
            <a:r>
              <a:t>RegistryMonitorSetup.exe (81.08 MB)</a:t>
            </a:r>
            <a:br/>
            <a:r>
              <a:t>SHA-256: 61B5C2109D5B3A150D989102D8EB04AC7C6A1A51D246445C7D724E2F69E50DD7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Deployment: Inno Setup 7 LZMA2/ultra64 solid compression with administrative privilege elevation.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Segoe UI"/>
              </a:defRPr>
            </a:pPr>
            <a:r>
              <a:t>PROJECT CONCLUSION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Summary, Learning Outcomes &amp; Open-Source Links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475488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F0FF"/>
                </a:solidFill>
                <a:latin typeface="Segoe UI"/>
              </a:defRPr>
            </a:pPr>
            <a:r>
              <a:t>Key Learning Outcomes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Mastery of Windows Registry architecture, binary subkeys, and WOW64 reflection.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In-depth understanding of malware persistence mechanisms and evasion tactics.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Hands-on implementation of blue team defensive integrity auditing.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Production-grade endpoint engineering with hardware DPAPI cryptography and responsive GUI.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10512"/>
            <a:ext cx="484632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Project Links &amp; Credits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Lead Architect: Piyush (@Made-by-Piyush99)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GitHub Repository:</a:t>
            </a:r>
            <a:br/>
            <a:r>
              <a:t>https://github.com/Made-by-Piyush99/Windows-Registry-Monitoring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Latest Release (v2.4.0):</a:t>
            </a:r>
            <a:br/>
            <a:r>
              <a:t>https://github.com/Made-by-Piyush99/Windows-Registry-Monitoring/releases/tag/v2.4.0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License: MIT Open Source License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•  Thank You! Q&amp;A Session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